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8" r:id="rId3"/>
    <p:sldId id="259" r:id="rId4"/>
    <p:sldId id="257" r:id="rId5"/>
    <p:sldId id="260" r:id="rId6"/>
    <p:sldId id="256" r:id="rId7"/>
    <p:sldId id="262" r:id="rId8"/>
    <p:sldId id="263" r:id="rId9"/>
    <p:sldId id="264" r:id="rId10"/>
    <p:sldId id="279" r:id="rId11"/>
  </p:sldIdLst>
  <p:sldSz cx="12192000" cy="6858000"/>
  <p:notesSz cx="6858000" cy="9144000"/>
  <p:embeddedFontLst>
    <p:embeddedFont>
      <p:font typeface="等线" panose="02010600030101010101" pitchFamily="2" charset="-122"/>
      <p:regular r:id="rId12"/>
      <p:bold r:id="rId13"/>
    </p:embeddedFont>
    <p:embeddedFont>
      <p:font typeface="等线 Light" panose="02010600030101010101" pitchFamily="2" charset="-122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E9E9E9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14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44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CB358-3DDF-08B3-038C-77C4CE32D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CE0695-FEC2-CE9A-D605-DCDB3A99D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B0AE2-3BD5-F334-76F8-C5AA5C90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714E32-C78D-58E6-A421-148F7D1F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876198-1C88-5DE7-5A4C-66A6B75A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40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00D83-9509-C930-61A9-D0027F65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5E880D-FF66-E4C3-71ED-A4C6B9F61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EB4B3-2C17-A87A-8281-152659BD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5E3A8-B4B2-BEC5-FBC1-BF9B105B6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9AC6CF-4B10-EF0D-C528-515600D1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11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979FC-507E-3878-BBBF-676FEC08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3A1B2-2686-7AE1-3691-834ACCE49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0858DA-CF0A-9566-3185-C3BAACFA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A260D-7C66-CB43-3B38-619351A8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59577A-DD3C-BB16-0133-D823400B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5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A0EC1-5B2E-9A8D-A910-277585FB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371D15-CCF7-A66B-C4A9-7D5EC3755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4E3308-88C7-E62B-01FF-1CE70C96D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7BC2BE-3B7E-60BA-8FB7-3322C9B6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85D309-DAC8-6729-E85F-551522E0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DD561A-C187-4670-3006-9AB87D16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14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A341E-672C-4F84-5825-141BDED9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3B7648-F718-DD42-43FC-0DEE51A6C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D716EB-0B1B-F0CB-1EC4-1BE596E5A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ACC748-C5FE-1FA3-0577-8DA064F35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1DB51E-C30A-7712-92E6-51A8EF918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994F6A-7AFB-C7A0-8FB9-65C4D51C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3DCE30-C194-F175-68BD-7948DC6F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437FE6-4BD4-8944-F7EC-B1BF859A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43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63ACA-9681-8837-2219-3A166203E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C68F3F-287A-68A5-0E76-398EFC9E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30B13D-3D79-509A-4C2B-813D902A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24AF8C-2480-A0AB-83E7-10329E70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6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11DFC5-9060-207E-5C41-A2166320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439213-FE11-1865-5BE1-A2C2C7BE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BE2CD-ECFA-D2E9-FC47-2CD2DF64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85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CAE23-F8E7-5C82-E3D7-475F65C9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2F5744-EBEA-436F-590E-FCBBB8675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BD02D4-244E-B582-D623-325357AE3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852117-AD98-0D16-57DE-CD064F3B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0187BA-C8EC-1D88-6791-10F2D737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BAE3B2-6BFC-F3F4-8205-A40F154C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390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79A3D-8E64-585D-62FD-170CD00B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C95611-AF3B-62E6-B0C6-F6A012D5C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6E1E45-E6C7-0A75-DF35-B2AAC7377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C57005-2783-DD9C-D730-8A65D40F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2405F9-9563-72A0-8CC4-25A5529C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404D61-D8EC-4D4F-E262-89B7FFD7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3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D6602-754D-9ADC-47C1-14B8D986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EC5790-577B-D4CE-30FA-A4BEEEE28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D3738-A958-96EA-9F0F-D4ED3D49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24815-28E5-20F5-3F45-03E55E19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CD170-4CD0-FB25-B968-F8644E96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82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B85FCD-922D-4360-B23B-7CA40BAB4F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983916-9117-8941-BA55-8AC43AC32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9FDC45-3F4A-3F91-CE2A-5BDEB00EB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146D01-C614-5962-8548-811A72A4A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B6ECC-4858-A9A7-560A-C87718CA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19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1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48" indent="0" algn="ctr">
              <a:buNone/>
              <a:defRPr sz="1125"/>
            </a:lvl2pPr>
            <a:lvl3pPr marL="514295" indent="0" algn="ctr">
              <a:buNone/>
              <a:defRPr sz="1012"/>
            </a:lvl3pPr>
            <a:lvl4pPr marL="771443" indent="0" algn="ctr">
              <a:buNone/>
              <a:defRPr sz="900"/>
            </a:lvl4pPr>
            <a:lvl5pPr marL="1028590" indent="0" algn="ctr">
              <a:buNone/>
              <a:defRPr sz="900"/>
            </a:lvl5pPr>
            <a:lvl6pPr marL="1285738" indent="0" algn="ctr">
              <a:buNone/>
              <a:defRPr sz="900"/>
            </a:lvl6pPr>
            <a:lvl7pPr marL="1542885" indent="0" algn="ctr">
              <a:buNone/>
              <a:defRPr sz="900"/>
            </a:lvl7pPr>
            <a:lvl8pPr marL="1800032" indent="0" algn="ctr">
              <a:buNone/>
              <a:defRPr sz="900"/>
            </a:lvl8pPr>
            <a:lvl9pPr marL="2057180" indent="0" algn="ctr">
              <a:buNone/>
              <a:defRPr sz="9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530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>
          <p15:clr>
            <a:srgbClr val="FBAE40"/>
          </p15:clr>
        </p15:guide>
        <p15:guide id="2" pos="340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065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>
          <p15:clr>
            <a:srgbClr val="FBAE40"/>
          </p15:clr>
        </p15:guide>
        <p15:guide id="2" pos="34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48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295" indent="0">
              <a:buNone/>
              <a:defRPr sz="1012">
                <a:solidFill>
                  <a:schemeClr val="tx1">
                    <a:tint val="75000"/>
                  </a:schemeClr>
                </a:solidFill>
              </a:defRPr>
            </a:lvl3pPr>
            <a:lvl4pPr marL="7714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59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73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288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03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51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350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6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48" indent="0">
              <a:buNone/>
              <a:defRPr sz="1125" b="1"/>
            </a:lvl2pPr>
            <a:lvl3pPr marL="514295" indent="0">
              <a:buNone/>
              <a:defRPr sz="1012" b="1"/>
            </a:lvl3pPr>
            <a:lvl4pPr marL="771443" indent="0">
              <a:buNone/>
              <a:defRPr sz="900" b="1"/>
            </a:lvl4pPr>
            <a:lvl5pPr marL="1028590" indent="0">
              <a:buNone/>
              <a:defRPr sz="900" b="1"/>
            </a:lvl5pPr>
            <a:lvl6pPr marL="1285738" indent="0">
              <a:buNone/>
              <a:defRPr sz="900" b="1"/>
            </a:lvl6pPr>
            <a:lvl7pPr marL="1542885" indent="0">
              <a:buNone/>
              <a:defRPr sz="900" b="1"/>
            </a:lvl7pPr>
            <a:lvl8pPr marL="1800032" indent="0">
              <a:buNone/>
              <a:defRPr sz="900" b="1"/>
            </a:lvl8pPr>
            <a:lvl9pPr marL="205718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48" indent="0">
              <a:buNone/>
              <a:defRPr sz="1125" b="1"/>
            </a:lvl2pPr>
            <a:lvl3pPr marL="514295" indent="0">
              <a:buNone/>
              <a:defRPr sz="1012" b="1"/>
            </a:lvl3pPr>
            <a:lvl4pPr marL="771443" indent="0">
              <a:buNone/>
              <a:defRPr sz="900" b="1"/>
            </a:lvl4pPr>
            <a:lvl5pPr marL="1028590" indent="0">
              <a:buNone/>
              <a:defRPr sz="900" b="1"/>
            </a:lvl5pPr>
            <a:lvl6pPr marL="1285738" indent="0">
              <a:buNone/>
              <a:defRPr sz="900" b="1"/>
            </a:lvl6pPr>
            <a:lvl7pPr marL="1542885" indent="0">
              <a:buNone/>
              <a:defRPr sz="900" b="1"/>
            </a:lvl7pPr>
            <a:lvl8pPr marL="1800032" indent="0">
              <a:buNone/>
              <a:defRPr sz="900" b="1"/>
            </a:lvl8pPr>
            <a:lvl9pPr marL="205718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93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009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467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35">
          <p15:clr>
            <a:srgbClr val="FBAE40"/>
          </p15:clr>
        </p15:guide>
        <p15:guide id="2" pos="340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48" indent="0">
              <a:buNone/>
              <a:defRPr sz="788"/>
            </a:lvl2pPr>
            <a:lvl3pPr marL="514295" indent="0">
              <a:buNone/>
              <a:defRPr sz="675"/>
            </a:lvl3pPr>
            <a:lvl4pPr marL="771443" indent="0">
              <a:buNone/>
              <a:defRPr sz="562"/>
            </a:lvl4pPr>
            <a:lvl5pPr marL="1028590" indent="0">
              <a:buNone/>
              <a:defRPr sz="562"/>
            </a:lvl5pPr>
            <a:lvl6pPr marL="1285738" indent="0">
              <a:buNone/>
              <a:defRPr sz="562"/>
            </a:lvl6pPr>
            <a:lvl7pPr marL="1542885" indent="0">
              <a:buNone/>
              <a:defRPr sz="562"/>
            </a:lvl7pPr>
            <a:lvl8pPr marL="1800032" indent="0">
              <a:buNone/>
              <a:defRPr sz="562"/>
            </a:lvl8pPr>
            <a:lvl9pPr marL="2057180" indent="0">
              <a:buNone/>
              <a:defRPr sz="5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4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48" indent="0">
              <a:buNone/>
              <a:defRPr sz="1575"/>
            </a:lvl2pPr>
            <a:lvl3pPr marL="514295" indent="0">
              <a:buNone/>
              <a:defRPr sz="1350"/>
            </a:lvl3pPr>
            <a:lvl4pPr marL="771443" indent="0">
              <a:buNone/>
              <a:defRPr sz="1125"/>
            </a:lvl4pPr>
            <a:lvl5pPr marL="1028590" indent="0">
              <a:buNone/>
              <a:defRPr sz="1125"/>
            </a:lvl5pPr>
            <a:lvl6pPr marL="1285738" indent="0">
              <a:buNone/>
              <a:defRPr sz="1125"/>
            </a:lvl6pPr>
            <a:lvl7pPr marL="1542885" indent="0">
              <a:buNone/>
              <a:defRPr sz="1125"/>
            </a:lvl7pPr>
            <a:lvl8pPr marL="1800032" indent="0">
              <a:buNone/>
              <a:defRPr sz="1125"/>
            </a:lvl8pPr>
            <a:lvl9pPr marL="2057180" indent="0">
              <a:buNone/>
              <a:defRPr sz="11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48" indent="0">
              <a:buNone/>
              <a:defRPr sz="788"/>
            </a:lvl2pPr>
            <a:lvl3pPr marL="514295" indent="0">
              <a:buNone/>
              <a:defRPr sz="675"/>
            </a:lvl3pPr>
            <a:lvl4pPr marL="771443" indent="0">
              <a:buNone/>
              <a:defRPr sz="562"/>
            </a:lvl4pPr>
            <a:lvl5pPr marL="1028590" indent="0">
              <a:buNone/>
              <a:defRPr sz="562"/>
            </a:lvl5pPr>
            <a:lvl6pPr marL="1285738" indent="0">
              <a:buNone/>
              <a:defRPr sz="562"/>
            </a:lvl6pPr>
            <a:lvl7pPr marL="1542885" indent="0">
              <a:buNone/>
              <a:defRPr sz="562"/>
            </a:lvl7pPr>
            <a:lvl8pPr marL="1800032" indent="0">
              <a:buNone/>
              <a:defRPr sz="562"/>
            </a:lvl8pPr>
            <a:lvl9pPr marL="2057180" indent="0">
              <a:buNone/>
              <a:defRPr sz="5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404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2741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462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1699-2273-4A0E-A023-8C666BFEC89B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2D189-C807-445D-8A72-79DC454C6E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13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115738-5239-109B-C9C9-C205643C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43B692-5F07-8FB2-1F4E-F83DC71A5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48A95-CE79-C370-8FB1-A991F987D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BF263-C159-4ADB-9FFC-2D5C21893F4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9F8D9-47DA-D310-20C5-487195918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A5B12-CFB5-320A-83B7-AC1B71ABA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56B55-5B6C-4FD8-AAE3-88C3176E24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67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46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514295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74" indent="-128574" algn="l" defTabSz="514295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21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869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016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4pPr>
      <a:lvl5pPr marL="1157164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5pPr>
      <a:lvl6pPr marL="1414311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6pPr>
      <a:lvl7pPr marL="1671459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7pPr>
      <a:lvl8pPr marL="1928606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8pPr>
      <a:lvl9pPr marL="2185754" indent="-128574" algn="l" defTabSz="514295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257148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2pPr>
      <a:lvl3pPr marL="514295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3pPr>
      <a:lvl4pPr marL="771443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4pPr>
      <a:lvl5pPr marL="1028590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5pPr>
      <a:lvl6pPr marL="1285738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6pPr>
      <a:lvl7pPr marL="1542885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7pPr>
      <a:lvl8pPr marL="1800032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8pPr>
      <a:lvl9pPr marL="2057180" algn="l" defTabSz="514295" rtl="0" eaLnBrk="1" latinLnBrk="0" hangingPunct="1">
        <a:defRPr sz="10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35">
          <p15:clr>
            <a:srgbClr val="F26B43"/>
          </p15:clr>
        </p15:guide>
        <p15:guide id="2" pos="340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094C-68F7-0DC2-E0C2-22322F72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694AD2-63A9-010D-451D-19155AC4BF37}"/>
              </a:ext>
            </a:extLst>
          </p:cNvPr>
          <p:cNvSpPr/>
          <p:nvPr/>
        </p:nvSpPr>
        <p:spPr>
          <a:xfrm>
            <a:off x="512359" y="433917"/>
            <a:ext cx="2696508" cy="1472775"/>
          </a:xfrm>
          <a:prstGeom prst="roundRect">
            <a:avLst>
              <a:gd name="adj" fmla="val 12760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2F2E67B-1D80-E77E-270B-FE0127A25D5C}"/>
              </a:ext>
            </a:extLst>
          </p:cNvPr>
          <p:cNvSpPr/>
          <p:nvPr/>
        </p:nvSpPr>
        <p:spPr>
          <a:xfrm>
            <a:off x="512359" y="1995913"/>
            <a:ext cx="1597429" cy="1472775"/>
          </a:xfrm>
          <a:prstGeom prst="roundRect">
            <a:avLst>
              <a:gd name="adj" fmla="val 15208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770D024-2113-8421-F2C4-FA49CBA9474D}"/>
              </a:ext>
            </a:extLst>
          </p:cNvPr>
          <p:cNvSpPr/>
          <p:nvPr/>
        </p:nvSpPr>
        <p:spPr>
          <a:xfrm>
            <a:off x="2203450" y="1995912"/>
            <a:ext cx="1023796" cy="1472775"/>
          </a:xfrm>
          <a:prstGeom prst="roundRect">
            <a:avLst>
              <a:gd name="adj" fmla="val 16843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5CAF5EA-5A99-7B53-13E2-3DCCEA69F138}"/>
              </a:ext>
            </a:extLst>
          </p:cNvPr>
          <p:cNvSpPr/>
          <p:nvPr/>
        </p:nvSpPr>
        <p:spPr>
          <a:xfrm>
            <a:off x="512356" y="3573779"/>
            <a:ext cx="2714889" cy="1458596"/>
          </a:xfrm>
          <a:prstGeom prst="roundRect">
            <a:avLst>
              <a:gd name="adj" fmla="val 1325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A1D3C6B-B663-AFB9-FF55-5641636EB517}"/>
              </a:ext>
            </a:extLst>
          </p:cNvPr>
          <p:cNvSpPr/>
          <p:nvPr/>
        </p:nvSpPr>
        <p:spPr>
          <a:xfrm>
            <a:off x="512357" y="5135774"/>
            <a:ext cx="2714888" cy="1458596"/>
          </a:xfrm>
          <a:prstGeom prst="roundRect">
            <a:avLst>
              <a:gd name="adj" fmla="val 12773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DF54DCE-CECA-4721-023E-4F48B01E7B38}"/>
              </a:ext>
            </a:extLst>
          </p:cNvPr>
          <p:cNvSpPr/>
          <p:nvPr/>
        </p:nvSpPr>
        <p:spPr>
          <a:xfrm>
            <a:off x="3344335" y="5630332"/>
            <a:ext cx="2124459" cy="980441"/>
          </a:xfrm>
          <a:prstGeom prst="roundRect">
            <a:avLst>
              <a:gd name="adj" fmla="val 17712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F1D479A-1AEE-18D1-F4CC-F055E448EDB7}"/>
              </a:ext>
            </a:extLst>
          </p:cNvPr>
          <p:cNvSpPr/>
          <p:nvPr/>
        </p:nvSpPr>
        <p:spPr>
          <a:xfrm>
            <a:off x="5585883" y="5630332"/>
            <a:ext cx="3261784" cy="980441"/>
          </a:xfrm>
          <a:prstGeom prst="roundRect">
            <a:avLst>
              <a:gd name="adj" fmla="val 21490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B087A8F-DFE1-B46F-1F65-D51978406231}"/>
              </a:ext>
            </a:extLst>
          </p:cNvPr>
          <p:cNvSpPr/>
          <p:nvPr/>
        </p:nvSpPr>
        <p:spPr>
          <a:xfrm>
            <a:off x="8964757" y="5121488"/>
            <a:ext cx="2723351" cy="1489285"/>
          </a:xfrm>
          <a:prstGeom prst="roundRect">
            <a:avLst>
              <a:gd name="adj" fmla="val 14064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9BE0CC-86C1-DCAC-E629-763E5D68AAF1}"/>
              </a:ext>
            </a:extLst>
          </p:cNvPr>
          <p:cNvSpPr/>
          <p:nvPr/>
        </p:nvSpPr>
        <p:spPr>
          <a:xfrm>
            <a:off x="8983136" y="4089400"/>
            <a:ext cx="1000510" cy="930488"/>
          </a:xfrm>
          <a:prstGeom prst="roundRect">
            <a:avLst>
              <a:gd name="adj" fmla="val 17612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33F2806-59C5-D109-6AF3-D508CBCA83E6}"/>
              </a:ext>
            </a:extLst>
          </p:cNvPr>
          <p:cNvSpPr/>
          <p:nvPr/>
        </p:nvSpPr>
        <p:spPr>
          <a:xfrm>
            <a:off x="10101263" y="4089400"/>
            <a:ext cx="1578378" cy="930488"/>
          </a:xfrm>
          <a:prstGeom prst="roundRect">
            <a:avLst>
              <a:gd name="adj" fmla="val 182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B82D8E4-85B0-CF0C-9645-3CAA6CC6DEE9}"/>
              </a:ext>
            </a:extLst>
          </p:cNvPr>
          <p:cNvSpPr/>
          <p:nvPr/>
        </p:nvSpPr>
        <p:spPr>
          <a:xfrm>
            <a:off x="8983136" y="2008292"/>
            <a:ext cx="2696506" cy="1979508"/>
          </a:xfrm>
          <a:prstGeom prst="roundRect">
            <a:avLst>
              <a:gd name="adj" fmla="val 10301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EDCB681-266B-B9DE-C996-DEE40DBCC72A}"/>
              </a:ext>
            </a:extLst>
          </p:cNvPr>
          <p:cNvSpPr/>
          <p:nvPr/>
        </p:nvSpPr>
        <p:spPr>
          <a:xfrm>
            <a:off x="8968988" y="433917"/>
            <a:ext cx="2710653" cy="1472775"/>
          </a:xfrm>
          <a:prstGeom prst="roundRect">
            <a:avLst>
              <a:gd name="adj" fmla="val 14699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7544FB-A967-4273-65AF-930530847565}"/>
              </a:ext>
            </a:extLst>
          </p:cNvPr>
          <p:cNvSpPr/>
          <p:nvPr/>
        </p:nvSpPr>
        <p:spPr>
          <a:xfrm>
            <a:off x="3344335" y="433917"/>
            <a:ext cx="2731818" cy="951229"/>
          </a:xfrm>
          <a:prstGeom prst="roundRect">
            <a:avLst>
              <a:gd name="adj" fmla="val 18483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4D04EAE-B049-9F1F-8BF2-84B13FD93127}"/>
              </a:ext>
            </a:extLst>
          </p:cNvPr>
          <p:cNvSpPr/>
          <p:nvPr/>
        </p:nvSpPr>
        <p:spPr>
          <a:xfrm>
            <a:off x="6167839" y="433917"/>
            <a:ext cx="1556936" cy="951229"/>
          </a:xfrm>
          <a:prstGeom prst="roundRect">
            <a:avLst>
              <a:gd name="adj" fmla="val 16257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9224E2A-7A76-6CD5-73CF-3C5DC1459463}"/>
              </a:ext>
            </a:extLst>
          </p:cNvPr>
          <p:cNvSpPr/>
          <p:nvPr/>
        </p:nvSpPr>
        <p:spPr>
          <a:xfrm>
            <a:off x="7840134" y="433917"/>
            <a:ext cx="1007533" cy="951229"/>
          </a:xfrm>
          <a:prstGeom prst="roundRect">
            <a:avLst>
              <a:gd name="adj" fmla="val 17148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81F5524-CDA4-45B9-25BF-BE881107A08F}"/>
              </a:ext>
            </a:extLst>
          </p:cNvPr>
          <p:cNvSpPr/>
          <p:nvPr/>
        </p:nvSpPr>
        <p:spPr>
          <a:xfrm>
            <a:off x="3348567" y="1478279"/>
            <a:ext cx="5499100" cy="4058921"/>
          </a:xfrm>
          <a:prstGeom prst="roundRect">
            <a:avLst>
              <a:gd name="adj" fmla="val 4324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184731-B590-37ED-262E-23E070847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793819" y="1264417"/>
            <a:ext cx="2662973" cy="44866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207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FD6D-71EA-D472-9C99-D4B90C37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450B40B7-9638-14D7-63AB-DBD1C3BB43E0}"/>
              </a:ext>
            </a:extLst>
          </p:cNvPr>
          <p:cNvSpPr/>
          <p:nvPr/>
        </p:nvSpPr>
        <p:spPr>
          <a:xfrm>
            <a:off x="512359" y="467359"/>
            <a:ext cx="1604307" cy="951865"/>
          </a:xfrm>
          <a:prstGeom prst="roundRect">
            <a:avLst>
              <a:gd name="adj" fmla="val 2159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F42202D-3233-0F7A-4660-33E8C531E037}"/>
              </a:ext>
            </a:extLst>
          </p:cNvPr>
          <p:cNvSpPr/>
          <p:nvPr/>
        </p:nvSpPr>
        <p:spPr>
          <a:xfrm>
            <a:off x="512359" y="1511300"/>
            <a:ext cx="1599229" cy="1485899"/>
          </a:xfrm>
          <a:prstGeom prst="roundRect">
            <a:avLst>
              <a:gd name="adj" fmla="val 12236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3C62626-0C28-A230-E140-C8CB6A3D9DE4}"/>
              </a:ext>
            </a:extLst>
          </p:cNvPr>
          <p:cNvSpPr/>
          <p:nvPr/>
        </p:nvSpPr>
        <p:spPr>
          <a:xfrm>
            <a:off x="2230120" y="467359"/>
            <a:ext cx="1590040" cy="3530601"/>
          </a:xfrm>
          <a:prstGeom prst="roundRect">
            <a:avLst>
              <a:gd name="adj" fmla="val 1118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32148F7-5F19-2C18-BD1A-5230B752368E}"/>
              </a:ext>
            </a:extLst>
          </p:cNvPr>
          <p:cNvSpPr/>
          <p:nvPr/>
        </p:nvSpPr>
        <p:spPr>
          <a:xfrm>
            <a:off x="512358" y="3089275"/>
            <a:ext cx="1590040" cy="952500"/>
          </a:xfrm>
          <a:prstGeom prst="roundRect">
            <a:avLst>
              <a:gd name="adj" fmla="val 1743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89F3BBA-8E03-A90D-6677-B8CEA3FDD834}"/>
              </a:ext>
            </a:extLst>
          </p:cNvPr>
          <p:cNvSpPr/>
          <p:nvPr/>
        </p:nvSpPr>
        <p:spPr>
          <a:xfrm>
            <a:off x="512359" y="4133851"/>
            <a:ext cx="3307800" cy="2533649"/>
          </a:xfrm>
          <a:prstGeom prst="roundRect">
            <a:avLst>
              <a:gd name="adj" fmla="val 928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FBFABE9-670B-423C-5FF9-1A5883406AF7}"/>
              </a:ext>
            </a:extLst>
          </p:cNvPr>
          <p:cNvSpPr/>
          <p:nvPr/>
        </p:nvSpPr>
        <p:spPr>
          <a:xfrm>
            <a:off x="3907364" y="2558868"/>
            <a:ext cx="4438653" cy="1999374"/>
          </a:xfrm>
          <a:prstGeom prst="roundRect">
            <a:avLst>
              <a:gd name="adj" fmla="val 10229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B99B6FA-336C-4577-3CB5-C8FC9862C180}"/>
              </a:ext>
            </a:extLst>
          </p:cNvPr>
          <p:cNvSpPr/>
          <p:nvPr/>
        </p:nvSpPr>
        <p:spPr>
          <a:xfrm>
            <a:off x="3907364" y="4663017"/>
            <a:ext cx="2188636" cy="2004483"/>
          </a:xfrm>
          <a:prstGeom prst="roundRect">
            <a:avLst>
              <a:gd name="adj" fmla="val 1054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447FE14-1CFD-6E09-B9C0-4DC0F3D1BAE3}"/>
              </a:ext>
            </a:extLst>
          </p:cNvPr>
          <p:cNvSpPr/>
          <p:nvPr/>
        </p:nvSpPr>
        <p:spPr>
          <a:xfrm>
            <a:off x="6196518" y="4663017"/>
            <a:ext cx="5555004" cy="947208"/>
          </a:xfrm>
          <a:prstGeom prst="roundRect">
            <a:avLst>
              <a:gd name="adj" fmla="val 2137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FA47B23-50C3-8EA4-A247-50578A498E01}"/>
              </a:ext>
            </a:extLst>
          </p:cNvPr>
          <p:cNvSpPr/>
          <p:nvPr/>
        </p:nvSpPr>
        <p:spPr>
          <a:xfrm>
            <a:off x="3933614" y="487678"/>
            <a:ext cx="1019386" cy="1966415"/>
          </a:xfrm>
          <a:prstGeom prst="roundRect">
            <a:avLst>
              <a:gd name="adj" fmla="val 15160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B7B85CB-66C4-887A-B882-B735500F00CB}"/>
              </a:ext>
            </a:extLst>
          </p:cNvPr>
          <p:cNvSpPr/>
          <p:nvPr/>
        </p:nvSpPr>
        <p:spPr>
          <a:xfrm>
            <a:off x="5041901" y="467360"/>
            <a:ext cx="5010702" cy="1986734"/>
          </a:xfrm>
          <a:prstGeom prst="roundRect">
            <a:avLst>
              <a:gd name="adj" fmla="val 1070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73E8147-ED90-EB9A-1848-F2FDD605DD53}"/>
              </a:ext>
            </a:extLst>
          </p:cNvPr>
          <p:cNvSpPr/>
          <p:nvPr/>
        </p:nvSpPr>
        <p:spPr>
          <a:xfrm>
            <a:off x="10151532" y="467359"/>
            <a:ext cx="1599989" cy="929641"/>
          </a:xfrm>
          <a:prstGeom prst="roundRect">
            <a:avLst>
              <a:gd name="adj" fmla="val 1755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B034AA-9AD8-1C81-4D4C-286C03FAEAC8}"/>
              </a:ext>
            </a:extLst>
          </p:cNvPr>
          <p:cNvSpPr/>
          <p:nvPr/>
        </p:nvSpPr>
        <p:spPr>
          <a:xfrm>
            <a:off x="10150982" y="1511300"/>
            <a:ext cx="1600540" cy="3077634"/>
          </a:xfrm>
          <a:prstGeom prst="roundRect">
            <a:avLst>
              <a:gd name="adj" fmla="val 1406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12FCE54-CAE6-DC3C-A48A-6FD7FD20F950}"/>
              </a:ext>
            </a:extLst>
          </p:cNvPr>
          <p:cNvSpPr/>
          <p:nvPr/>
        </p:nvSpPr>
        <p:spPr>
          <a:xfrm>
            <a:off x="8490373" y="2564156"/>
            <a:ext cx="1542628" cy="2024777"/>
          </a:xfrm>
          <a:prstGeom prst="roundRect">
            <a:avLst>
              <a:gd name="adj" fmla="val 1118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14FFACC-4AB9-FDBE-8F8D-95118741B92E}"/>
              </a:ext>
            </a:extLst>
          </p:cNvPr>
          <p:cNvSpPr/>
          <p:nvPr/>
        </p:nvSpPr>
        <p:spPr>
          <a:xfrm>
            <a:off x="6183205" y="5715000"/>
            <a:ext cx="2715262" cy="947208"/>
          </a:xfrm>
          <a:prstGeom prst="roundRect">
            <a:avLst>
              <a:gd name="adj" fmla="val 21850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8EDD2D1-55F9-0F72-4274-769F07A8D032}"/>
              </a:ext>
            </a:extLst>
          </p:cNvPr>
          <p:cNvSpPr/>
          <p:nvPr/>
        </p:nvSpPr>
        <p:spPr>
          <a:xfrm>
            <a:off x="9039225" y="5715000"/>
            <a:ext cx="2712297" cy="947208"/>
          </a:xfrm>
          <a:prstGeom prst="roundRect">
            <a:avLst>
              <a:gd name="adj" fmla="val 2215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AB01F2-7BF5-55E0-CFD5-8D28AEECB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39297" y="911582"/>
            <a:ext cx="3277569" cy="530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31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779F-F9BF-4364-2258-010AB2E3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56B172F8-BEB1-FBF4-721B-B42AA5C5C91B}"/>
              </a:ext>
            </a:extLst>
          </p:cNvPr>
          <p:cNvSpPr/>
          <p:nvPr/>
        </p:nvSpPr>
        <p:spPr>
          <a:xfrm>
            <a:off x="448733" y="244474"/>
            <a:ext cx="3860800" cy="2036763"/>
          </a:xfrm>
          <a:prstGeom prst="roundRect">
            <a:avLst>
              <a:gd name="adj" fmla="val 1118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D0D1FDE-30D6-6479-838F-A29EEB71A462}"/>
              </a:ext>
            </a:extLst>
          </p:cNvPr>
          <p:cNvSpPr/>
          <p:nvPr/>
        </p:nvSpPr>
        <p:spPr>
          <a:xfrm>
            <a:off x="448733" y="2400298"/>
            <a:ext cx="999067" cy="1452035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3ED524B-30E1-0241-E802-F7D20BE2E21A}"/>
              </a:ext>
            </a:extLst>
          </p:cNvPr>
          <p:cNvSpPr/>
          <p:nvPr/>
        </p:nvSpPr>
        <p:spPr>
          <a:xfrm>
            <a:off x="1579563" y="2400298"/>
            <a:ext cx="1563687" cy="935569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2065364-95B5-FF31-4B72-E52763A9BB76}"/>
              </a:ext>
            </a:extLst>
          </p:cNvPr>
          <p:cNvSpPr/>
          <p:nvPr/>
        </p:nvSpPr>
        <p:spPr>
          <a:xfrm>
            <a:off x="1579563" y="3467098"/>
            <a:ext cx="1563687" cy="385235"/>
          </a:xfrm>
          <a:prstGeom prst="roundRect">
            <a:avLst>
              <a:gd name="adj" fmla="val 3828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093059F-6C8B-8767-044A-4FE7D2FB2F83}"/>
              </a:ext>
            </a:extLst>
          </p:cNvPr>
          <p:cNvSpPr/>
          <p:nvPr/>
        </p:nvSpPr>
        <p:spPr>
          <a:xfrm>
            <a:off x="448733" y="4008965"/>
            <a:ext cx="2726267" cy="935568"/>
          </a:xfrm>
          <a:prstGeom prst="roundRect">
            <a:avLst>
              <a:gd name="adj" fmla="val 2119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85C077C-577B-9F32-3BDC-12D818FEEA93}"/>
              </a:ext>
            </a:extLst>
          </p:cNvPr>
          <p:cNvSpPr/>
          <p:nvPr/>
        </p:nvSpPr>
        <p:spPr>
          <a:xfrm>
            <a:off x="448733" y="5075764"/>
            <a:ext cx="2726267" cy="1477435"/>
          </a:xfrm>
          <a:prstGeom prst="roundRect">
            <a:avLst>
              <a:gd name="adj" fmla="val 1106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98E63BF-F610-174A-2E87-1CE7EE47E9F5}"/>
              </a:ext>
            </a:extLst>
          </p:cNvPr>
          <p:cNvSpPr/>
          <p:nvPr/>
        </p:nvSpPr>
        <p:spPr>
          <a:xfrm>
            <a:off x="3273213" y="4511677"/>
            <a:ext cx="3330787" cy="2041522"/>
          </a:xfrm>
          <a:prstGeom prst="roundRect">
            <a:avLst>
              <a:gd name="adj" fmla="val 969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899A10-AEEB-9389-2843-957973CECA98}"/>
              </a:ext>
            </a:extLst>
          </p:cNvPr>
          <p:cNvSpPr/>
          <p:nvPr/>
        </p:nvSpPr>
        <p:spPr>
          <a:xfrm>
            <a:off x="3241675" y="2400301"/>
            <a:ext cx="5631392" cy="1992312"/>
          </a:xfrm>
          <a:prstGeom prst="roundRect">
            <a:avLst>
              <a:gd name="adj" fmla="val 1106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B534BF0-4A46-750F-1B80-B783D39D31FD}"/>
              </a:ext>
            </a:extLst>
          </p:cNvPr>
          <p:cNvSpPr/>
          <p:nvPr/>
        </p:nvSpPr>
        <p:spPr>
          <a:xfrm>
            <a:off x="4417483" y="1300480"/>
            <a:ext cx="1043518" cy="980757"/>
          </a:xfrm>
          <a:prstGeom prst="roundRect">
            <a:avLst>
              <a:gd name="adj" fmla="val 18520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02F239-BD2F-DECF-F6C4-BE4E6FC4A700}"/>
              </a:ext>
            </a:extLst>
          </p:cNvPr>
          <p:cNvSpPr/>
          <p:nvPr/>
        </p:nvSpPr>
        <p:spPr>
          <a:xfrm>
            <a:off x="5580378" y="1300480"/>
            <a:ext cx="1023622" cy="980757"/>
          </a:xfrm>
          <a:prstGeom prst="roundRect">
            <a:avLst>
              <a:gd name="adj" fmla="val 17009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9739E04-0376-84ED-5C47-EA7239207C08}"/>
              </a:ext>
            </a:extLst>
          </p:cNvPr>
          <p:cNvSpPr/>
          <p:nvPr/>
        </p:nvSpPr>
        <p:spPr>
          <a:xfrm>
            <a:off x="4417482" y="244474"/>
            <a:ext cx="2186518" cy="954089"/>
          </a:xfrm>
          <a:prstGeom prst="roundRect">
            <a:avLst>
              <a:gd name="adj" fmla="val 17171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869EB9D-556E-56F0-E177-4AFC3B17DE48}"/>
              </a:ext>
            </a:extLst>
          </p:cNvPr>
          <p:cNvSpPr/>
          <p:nvPr/>
        </p:nvSpPr>
        <p:spPr>
          <a:xfrm>
            <a:off x="6731846" y="244474"/>
            <a:ext cx="2141221" cy="2036763"/>
          </a:xfrm>
          <a:prstGeom prst="roundRect">
            <a:avLst>
              <a:gd name="adj" fmla="val 941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93E3411-F15C-26FF-FF74-CBF00B198E94}"/>
              </a:ext>
            </a:extLst>
          </p:cNvPr>
          <p:cNvSpPr/>
          <p:nvPr/>
        </p:nvSpPr>
        <p:spPr>
          <a:xfrm>
            <a:off x="8988425" y="244474"/>
            <a:ext cx="2754842" cy="2036763"/>
          </a:xfrm>
          <a:prstGeom prst="roundRect">
            <a:avLst>
              <a:gd name="adj" fmla="val 775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6ED4D17-7981-CD8E-67A2-3E1C353641E8}"/>
              </a:ext>
            </a:extLst>
          </p:cNvPr>
          <p:cNvSpPr/>
          <p:nvPr/>
        </p:nvSpPr>
        <p:spPr>
          <a:xfrm>
            <a:off x="8988425" y="2378076"/>
            <a:ext cx="1624012" cy="957792"/>
          </a:xfrm>
          <a:prstGeom prst="roundRect">
            <a:avLst>
              <a:gd name="adj" fmla="val 16486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D4CF26-96C8-374B-326C-DC35E141D7AD}"/>
              </a:ext>
            </a:extLst>
          </p:cNvPr>
          <p:cNvSpPr/>
          <p:nvPr/>
        </p:nvSpPr>
        <p:spPr>
          <a:xfrm>
            <a:off x="8982497" y="3434821"/>
            <a:ext cx="2754842" cy="2060046"/>
          </a:xfrm>
          <a:prstGeom prst="roundRect">
            <a:avLst>
              <a:gd name="adj" fmla="val 904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C94FE9-6E83-8A57-2C93-E892C6EB03DB}"/>
              </a:ext>
            </a:extLst>
          </p:cNvPr>
          <p:cNvSpPr/>
          <p:nvPr/>
        </p:nvSpPr>
        <p:spPr>
          <a:xfrm>
            <a:off x="8982497" y="5611492"/>
            <a:ext cx="1617241" cy="941707"/>
          </a:xfrm>
          <a:prstGeom prst="roundRect">
            <a:avLst>
              <a:gd name="adj" fmla="val 17251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8A82353-A879-AC9B-DC5F-2C525D7F8155}"/>
              </a:ext>
            </a:extLst>
          </p:cNvPr>
          <p:cNvSpPr/>
          <p:nvPr/>
        </p:nvSpPr>
        <p:spPr>
          <a:xfrm>
            <a:off x="6726766" y="4511677"/>
            <a:ext cx="2164289" cy="2060046"/>
          </a:xfrm>
          <a:prstGeom prst="roundRect">
            <a:avLst>
              <a:gd name="adj" fmla="val 9494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5361B9F-8373-28B4-8A71-57F25CC40A80}"/>
              </a:ext>
            </a:extLst>
          </p:cNvPr>
          <p:cNvSpPr/>
          <p:nvPr/>
        </p:nvSpPr>
        <p:spPr>
          <a:xfrm>
            <a:off x="10727795" y="2378076"/>
            <a:ext cx="1023727" cy="957792"/>
          </a:xfrm>
          <a:prstGeom prst="roundRect">
            <a:avLst>
              <a:gd name="adj" fmla="val 1891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63A4B17-BB40-B900-D1FC-ADEE70E196C0}"/>
              </a:ext>
            </a:extLst>
          </p:cNvPr>
          <p:cNvSpPr/>
          <p:nvPr/>
        </p:nvSpPr>
        <p:spPr>
          <a:xfrm>
            <a:off x="10727796" y="5611492"/>
            <a:ext cx="1009544" cy="941707"/>
          </a:xfrm>
          <a:prstGeom prst="roundRect">
            <a:avLst>
              <a:gd name="adj" fmla="val 15396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581FCEA-A49B-103F-56F1-3447461B1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297" y="2026312"/>
            <a:ext cx="4725777" cy="288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9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A3F5-EEE8-83D1-0D88-231D8EE7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A0318D52-BF2C-651F-6A40-011921CBCC29}"/>
              </a:ext>
            </a:extLst>
          </p:cNvPr>
          <p:cNvSpPr/>
          <p:nvPr/>
        </p:nvSpPr>
        <p:spPr>
          <a:xfrm>
            <a:off x="448733" y="244474"/>
            <a:ext cx="3860800" cy="2036763"/>
          </a:xfrm>
          <a:prstGeom prst="roundRect">
            <a:avLst>
              <a:gd name="adj" fmla="val 1118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C8552B1-C982-5BDC-930F-4537C3540ED9}"/>
              </a:ext>
            </a:extLst>
          </p:cNvPr>
          <p:cNvSpPr/>
          <p:nvPr/>
        </p:nvSpPr>
        <p:spPr>
          <a:xfrm>
            <a:off x="448733" y="2400298"/>
            <a:ext cx="999067" cy="1452035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9C975B8-EF54-62AA-5CF8-CDAD132CD92B}"/>
              </a:ext>
            </a:extLst>
          </p:cNvPr>
          <p:cNvSpPr/>
          <p:nvPr/>
        </p:nvSpPr>
        <p:spPr>
          <a:xfrm>
            <a:off x="1579563" y="2400298"/>
            <a:ext cx="1563687" cy="935569"/>
          </a:xfrm>
          <a:prstGeom prst="round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A046FBE-DA9E-14FE-2FD9-D57A2F56EF58}"/>
              </a:ext>
            </a:extLst>
          </p:cNvPr>
          <p:cNvSpPr/>
          <p:nvPr/>
        </p:nvSpPr>
        <p:spPr>
          <a:xfrm>
            <a:off x="1579563" y="3467098"/>
            <a:ext cx="1563687" cy="385235"/>
          </a:xfrm>
          <a:prstGeom prst="roundRect">
            <a:avLst>
              <a:gd name="adj" fmla="val 3828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03A0431-1676-9670-F229-93732180974B}"/>
              </a:ext>
            </a:extLst>
          </p:cNvPr>
          <p:cNvSpPr/>
          <p:nvPr/>
        </p:nvSpPr>
        <p:spPr>
          <a:xfrm>
            <a:off x="448733" y="4008965"/>
            <a:ext cx="2726267" cy="935568"/>
          </a:xfrm>
          <a:prstGeom prst="roundRect">
            <a:avLst>
              <a:gd name="adj" fmla="val 2119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B3118D9-AD01-9FB5-8BAA-A5AC6B95520C}"/>
              </a:ext>
            </a:extLst>
          </p:cNvPr>
          <p:cNvSpPr/>
          <p:nvPr/>
        </p:nvSpPr>
        <p:spPr>
          <a:xfrm>
            <a:off x="448733" y="5075764"/>
            <a:ext cx="2726267" cy="1477435"/>
          </a:xfrm>
          <a:prstGeom prst="roundRect">
            <a:avLst>
              <a:gd name="adj" fmla="val 1106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4C35291-BB54-5110-BA08-810DDDC2CADE}"/>
              </a:ext>
            </a:extLst>
          </p:cNvPr>
          <p:cNvSpPr/>
          <p:nvPr/>
        </p:nvSpPr>
        <p:spPr>
          <a:xfrm>
            <a:off x="3273213" y="4511677"/>
            <a:ext cx="3330787" cy="2041522"/>
          </a:xfrm>
          <a:prstGeom prst="roundRect">
            <a:avLst>
              <a:gd name="adj" fmla="val 969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92336E-CCE5-8665-E3D9-406F4282AB99}"/>
              </a:ext>
            </a:extLst>
          </p:cNvPr>
          <p:cNvSpPr/>
          <p:nvPr/>
        </p:nvSpPr>
        <p:spPr>
          <a:xfrm>
            <a:off x="3241675" y="2400301"/>
            <a:ext cx="5631392" cy="1992312"/>
          </a:xfrm>
          <a:prstGeom prst="roundRect">
            <a:avLst>
              <a:gd name="adj" fmla="val 1106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55B09D7-6CBA-2B82-8A69-427986ED4153}"/>
              </a:ext>
            </a:extLst>
          </p:cNvPr>
          <p:cNvSpPr/>
          <p:nvPr/>
        </p:nvSpPr>
        <p:spPr>
          <a:xfrm>
            <a:off x="4417483" y="1300480"/>
            <a:ext cx="1043518" cy="980757"/>
          </a:xfrm>
          <a:prstGeom prst="roundRect">
            <a:avLst>
              <a:gd name="adj" fmla="val 18520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FBA55F-CEFB-7B31-BAD0-4B581785CD99}"/>
              </a:ext>
            </a:extLst>
          </p:cNvPr>
          <p:cNvSpPr/>
          <p:nvPr/>
        </p:nvSpPr>
        <p:spPr>
          <a:xfrm>
            <a:off x="5580378" y="1300480"/>
            <a:ext cx="1023622" cy="980757"/>
          </a:xfrm>
          <a:prstGeom prst="roundRect">
            <a:avLst>
              <a:gd name="adj" fmla="val 17009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878BEBE-87E1-C3B9-D5F2-6415B5672D7B}"/>
              </a:ext>
            </a:extLst>
          </p:cNvPr>
          <p:cNvSpPr/>
          <p:nvPr/>
        </p:nvSpPr>
        <p:spPr>
          <a:xfrm>
            <a:off x="4417482" y="244474"/>
            <a:ext cx="2186518" cy="954089"/>
          </a:xfrm>
          <a:prstGeom prst="roundRect">
            <a:avLst>
              <a:gd name="adj" fmla="val 17171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F5FD727-2E97-66E0-115D-71B8C1A0257C}"/>
              </a:ext>
            </a:extLst>
          </p:cNvPr>
          <p:cNvSpPr/>
          <p:nvPr/>
        </p:nvSpPr>
        <p:spPr>
          <a:xfrm>
            <a:off x="6731846" y="244474"/>
            <a:ext cx="2141221" cy="2036763"/>
          </a:xfrm>
          <a:prstGeom prst="roundRect">
            <a:avLst>
              <a:gd name="adj" fmla="val 941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25494B-1B73-88E2-77E6-6AC18AEF1421}"/>
              </a:ext>
            </a:extLst>
          </p:cNvPr>
          <p:cNvSpPr/>
          <p:nvPr/>
        </p:nvSpPr>
        <p:spPr>
          <a:xfrm>
            <a:off x="8988425" y="244474"/>
            <a:ext cx="2754842" cy="2036763"/>
          </a:xfrm>
          <a:prstGeom prst="roundRect">
            <a:avLst>
              <a:gd name="adj" fmla="val 775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B31D13D-3064-818B-319F-BA52B9731BEE}"/>
              </a:ext>
            </a:extLst>
          </p:cNvPr>
          <p:cNvSpPr/>
          <p:nvPr/>
        </p:nvSpPr>
        <p:spPr>
          <a:xfrm>
            <a:off x="8988425" y="2378076"/>
            <a:ext cx="1624012" cy="957792"/>
          </a:xfrm>
          <a:prstGeom prst="roundRect">
            <a:avLst>
              <a:gd name="adj" fmla="val 16486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9D42390-775E-7807-5915-8F0E0706F535}"/>
              </a:ext>
            </a:extLst>
          </p:cNvPr>
          <p:cNvSpPr/>
          <p:nvPr/>
        </p:nvSpPr>
        <p:spPr>
          <a:xfrm>
            <a:off x="8982497" y="3434821"/>
            <a:ext cx="2754842" cy="2060046"/>
          </a:xfrm>
          <a:prstGeom prst="roundRect">
            <a:avLst>
              <a:gd name="adj" fmla="val 9043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F733F46-ABF1-9C02-D979-00169BC0D632}"/>
              </a:ext>
            </a:extLst>
          </p:cNvPr>
          <p:cNvSpPr/>
          <p:nvPr/>
        </p:nvSpPr>
        <p:spPr>
          <a:xfrm>
            <a:off x="8982497" y="5611492"/>
            <a:ext cx="1617241" cy="941707"/>
          </a:xfrm>
          <a:prstGeom prst="roundRect">
            <a:avLst>
              <a:gd name="adj" fmla="val 17251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AF2766C-D059-85FA-09D1-70660FF1FFFB}"/>
              </a:ext>
            </a:extLst>
          </p:cNvPr>
          <p:cNvSpPr/>
          <p:nvPr/>
        </p:nvSpPr>
        <p:spPr>
          <a:xfrm>
            <a:off x="6726766" y="4511677"/>
            <a:ext cx="2164289" cy="2060046"/>
          </a:xfrm>
          <a:prstGeom prst="roundRect">
            <a:avLst>
              <a:gd name="adj" fmla="val 9494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E4A6B3C-772C-8D76-742B-B3E6A167F3B9}"/>
              </a:ext>
            </a:extLst>
          </p:cNvPr>
          <p:cNvSpPr/>
          <p:nvPr/>
        </p:nvSpPr>
        <p:spPr>
          <a:xfrm>
            <a:off x="10727795" y="2378076"/>
            <a:ext cx="1023727" cy="957792"/>
          </a:xfrm>
          <a:prstGeom prst="roundRect">
            <a:avLst>
              <a:gd name="adj" fmla="val 1891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D30E7AB-E820-E3FC-C9B2-9AC88DC00393}"/>
              </a:ext>
            </a:extLst>
          </p:cNvPr>
          <p:cNvSpPr/>
          <p:nvPr/>
        </p:nvSpPr>
        <p:spPr>
          <a:xfrm>
            <a:off x="10727796" y="5611492"/>
            <a:ext cx="1009544" cy="941707"/>
          </a:xfrm>
          <a:prstGeom prst="roundRect">
            <a:avLst>
              <a:gd name="adj" fmla="val 15396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30C2A60-DDED-7EDF-A13F-87614FBF5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297" y="2026312"/>
            <a:ext cx="4725777" cy="28815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947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B503F96E-D3A9-C0F7-B899-C52313CA3E30}"/>
              </a:ext>
            </a:extLst>
          </p:cNvPr>
          <p:cNvSpPr/>
          <p:nvPr/>
        </p:nvSpPr>
        <p:spPr>
          <a:xfrm>
            <a:off x="387230" y="732300"/>
            <a:ext cx="2933820" cy="5485620"/>
          </a:xfrm>
          <a:prstGeom prst="roundRect">
            <a:avLst>
              <a:gd name="adj" fmla="val 426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62D5238-E2E9-B479-1375-C7F0268CB703}"/>
              </a:ext>
            </a:extLst>
          </p:cNvPr>
          <p:cNvSpPr/>
          <p:nvPr/>
        </p:nvSpPr>
        <p:spPr>
          <a:xfrm>
            <a:off x="3486566" y="732300"/>
            <a:ext cx="2564984" cy="2232281"/>
          </a:xfrm>
          <a:prstGeom prst="roundRect">
            <a:avLst>
              <a:gd name="adj" fmla="val 650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3335F0-297D-1531-6D49-7F1E05699F7F}"/>
              </a:ext>
            </a:extLst>
          </p:cNvPr>
          <p:cNvSpPr/>
          <p:nvPr/>
        </p:nvSpPr>
        <p:spPr>
          <a:xfrm>
            <a:off x="3486566" y="3100115"/>
            <a:ext cx="5028784" cy="3117805"/>
          </a:xfrm>
          <a:prstGeom prst="roundRect">
            <a:avLst>
              <a:gd name="adj" fmla="val 400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75A4C7C-3013-A322-C630-970521483DEB}"/>
              </a:ext>
            </a:extLst>
          </p:cNvPr>
          <p:cNvSpPr/>
          <p:nvPr/>
        </p:nvSpPr>
        <p:spPr>
          <a:xfrm>
            <a:off x="8674583" y="3100115"/>
            <a:ext cx="3130187" cy="3117805"/>
          </a:xfrm>
          <a:prstGeom prst="roundRect">
            <a:avLst>
              <a:gd name="adj" fmla="val 5224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A77EA6D-5736-0BE4-3F89-9BAD5268F6B2}"/>
              </a:ext>
            </a:extLst>
          </p:cNvPr>
          <p:cNvSpPr/>
          <p:nvPr/>
        </p:nvSpPr>
        <p:spPr>
          <a:xfrm>
            <a:off x="6210517" y="732300"/>
            <a:ext cx="5594253" cy="2232281"/>
          </a:xfrm>
          <a:prstGeom prst="roundRect">
            <a:avLst>
              <a:gd name="adj" fmla="val 5364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F5D1043-70D3-1F3B-26BE-1334AAB6B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873" y="1990873"/>
            <a:ext cx="5594253" cy="2968473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548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471C4A0A-409E-2A86-2A1C-6C1E88B0C3CF}"/>
              </a:ext>
            </a:extLst>
          </p:cNvPr>
          <p:cNvSpPr/>
          <p:nvPr/>
        </p:nvSpPr>
        <p:spPr>
          <a:xfrm>
            <a:off x="3194050" y="1060450"/>
            <a:ext cx="2901950" cy="515747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918C8D-1578-B187-DCA9-A0FC20FA827C}"/>
              </a:ext>
            </a:extLst>
          </p:cNvPr>
          <p:cNvSpPr/>
          <p:nvPr/>
        </p:nvSpPr>
        <p:spPr>
          <a:xfrm>
            <a:off x="292099" y="1060450"/>
            <a:ext cx="2751667" cy="263779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86048D4-5CF4-1B8F-438A-8DF94D58CF97}"/>
              </a:ext>
            </a:extLst>
          </p:cNvPr>
          <p:cNvSpPr/>
          <p:nvPr/>
        </p:nvSpPr>
        <p:spPr>
          <a:xfrm>
            <a:off x="292099" y="3841750"/>
            <a:ext cx="2751667" cy="237617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772011-646E-3516-05AA-C86B51363531}"/>
              </a:ext>
            </a:extLst>
          </p:cNvPr>
          <p:cNvSpPr/>
          <p:nvPr/>
        </p:nvSpPr>
        <p:spPr>
          <a:xfrm>
            <a:off x="6259908" y="1060450"/>
            <a:ext cx="2706291" cy="263779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BACA9D4-2D20-BC96-6000-048525D58A8D}"/>
              </a:ext>
            </a:extLst>
          </p:cNvPr>
          <p:cNvSpPr/>
          <p:nvPr/>
        </p:nvSpPr>
        <p:spPr>
          <a:xfrm>
            <a:off x="9122567" y="1060450"/>
            <a:ext cx="2706291" cy="263779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66353BD-7C57-553E-796E-295C520ADAA1}"/>
              </a:ext>
            </a:extLst>
          </p:cNvPr>
          <p:cNvSpPr/>
          <p:nvPr/>
        </p:nvSpPr>
        <p:spPr>
          <a:xfrm>
            <a:off x="6259908" y="3841750"/>
            <a:ext cx="5568950" cy="2376170"/>
          </a:xfrm>
          <a:prstGeom prst="roundRect">
            <a:avLst>
              <a:gd name="adj" fmla="val 491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D17940-DD90-6ACF-C098-2CD3CFD6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672678"/>
            <a:ext cx="6990160" cy="3512644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260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1AB6-7B2F-06A5-91D1-FD827EB8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1FBAAFB-563D-5E7A-4D1E-AB3AA8117695}"/>
              </a:ext>
            </a:extLst>
          </p:cNvPr>
          <p:cNvSpPr/>
          <p:nvPr/>
        </p:nvSpPr>
        <p:spPr>
          <a:xfrm>
            <a:off x="1718733" y="237068"/>
            <a:ext cx="2844867" cy="2650066"/>
          </a:xfrm>
          <a:prstGeom prst="roundRect">
            <a:avLst>
              <a:gd name="adj" fmla="val 680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27554A-E710-9C7C-4C9F-2D5F5973E518}"/>
              </a:ext>
            </a:extLst>
          </p:cNvPr>
          <p:cNvSpPr/>
          <p:nvPr/>
        </p:nvSpPr>
        <p:spPr>
          <a:xfrm>
            <a:off x="1718733" y="2980267"/>
            <a:ext cx="2844868" cy="3767666"/>
          </a:xfrm>
          <a:prstGeom prst="roundRect">
            <a:avLst>
              <a:gd name="adj" fmla="val 5430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E094AC7-0B34-03F6-BF67-13657B917C87}"/>
              </a:ext>
            </a:extLst>
          </p:cNvPr>
          <p:cNvSpPr/>
          <p:nvPr/>
        </p:nvSpPr>
        <p:spPr>
          <a:xfrm>
            <a:off x="4662488" y="5088467"/>
            <a:ext cx="2870200" cy="1659466"/>
          </a:xfrm>
          <a:prstGeom prst="roundRect">
            <a:avLst>
              <a:gd name="adj" fmla="val 1156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228ADD8-BDF5-0F27-107B-AC8692788AE2}"/>
              </a:ext>
            </a:extLst>
          </p:cNvPr>
          <p:cNvSpPr/>
          <p:nvPr/>
        </p:nvSpPr>
        <p:spPr>
          <a:xfrm>
            <a:off x="4662487" y="1473200"/>
            <a:ext cx="2870201" cy="3516661"/>
          </a:xfrm>
          <a:prstGeom prst="roundRect">
            <a:avLst>
              <a:gd name="adj" fmla="val 808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07AB06-CD71-60CC-6EC4-D7D411E8E24A}"/>
              </a:ext>
            </a:extLst>
          </p:cNvPr>
          <p:cNvSpPr/>
          <p:nvPr/>
        </p:nvSpPr>
        <p:spPr>
          <a:xfrm>
            <a:off x="4662487" y="237067"/>
            <a:ext cx="2870201" cy="1103661"/>
          </a:xfrm>
          <a:prstGeom prst="roundRect">
            <a:avLst>
              <a:gd name="adj" fmla="val 1556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E69B28D-4ACD-048A-7AC6-160DB1326E75}"/>
              </a:ext>
            </a:extLst>
          </p:cNvPr>
          <p:cNvSpPr/>
          <p:nvPr/>
        </p:nvSpPr>
        <p:spPr>
          <a:xfrm>
            <a:off x="7624169" y="237067"/>
            <a:ext cx="2844867" cy="3708400"/>
          </a:xfrm>
          <a:prstGeom prst="roundRect">
            <a:avLst>
              <a:gd name="adj" fmla="val 659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EEE220-4D6B-08E6-D3A5-7DAD5BD7E900}"/>
              </a:ext>
            </a:extLst>
          </p:cNvPr>
          <p:cNvSpPr/>
          <p:nvPr/>
        </p:nvSpPr>
        <p:spPr>
          <a:xfrm>
            <a:off x="7631575" y="4048563"/>
            <a:ext cx="2837462" cy="2699370"/>
          </a:xfrm>
          <a:prstGeom prst="roundRect">
            <a:avLst>
              <a:gd name="adj" fmla="val 5827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8857DA1-D4D0-A30E-A4CF-D2332C30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087" y="1862667"/>
            <a:ext cx="4883443" cy="3645651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035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434B739-D0A9-8C61-6AAD-DC7380949C77}"/>
              </a:ext>
            </a:extLst>
          </p:cNvPr>
          <p:cNvSpPr/>
          <p:nvPr/>
        </p:nvSpPr>
        <p:spPr>
          <a:xfrm>
            <a:off x="931333" y="211667"/>
            <a:ext cx="6756400" cy="2673773"/>
          </a:xfrm>
          <a:prstGeom prst="roundRect">
            <a:avLst>
              <a:gd name="adj" fmla="val 8085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E49E37C-B5A7-9F6F-AEC0-BF5487CB5543}"/>
              </a:ext>
            </a:extLst>
          </p:cNvPr>
          <p:cNvSpPr/>
          <p:nvPr/>
        </p:nvSpPr>
        <p:spPr>
          <a:xfrm>
            <a:off x="931333" y="3022600"/>
            <a:ext cx="3352800" cy="3505200"/>
          </a:xfrm>
          <a:prstGeom prst="roundRect">
            <a:avLst>
              <a:gd name="adj" fmla="val 5812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01A62B5-0B68-F080-FCC6-75F6E01E724E}"/>
              </a:ext>
            </a:extLst>
          </p:cNvPr>
          <p:cNvSpPr/>
          <p:nvPr/>
        </p:nvSpPr>
        <p:spPr>
          <a:xfrm>
            <a:off x="4403348" y="3022600"/>
            <a:ext cx="3284385" cy="3505200"/>
          </a:xfrm>
          <a:prstGeom prst="roundRect">
            <a:avLst>
              <a:gd name="adj" fmla="val 6538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BB4C639-B863-4F76-39C7-7663F8F563E1}"/>
              </a:ext>
            </a:extLst>
          </p:cNvPr>
          <p:cNvSpPr/>
          <p:nvPr/>
        </p:nvSpPr>
        <p:spPr>
          <a:xfrm>
            <a:off x="7806948" y="211667"/>
            <a:ext cx="3453719" cy="6316133"/>
          </a:xfrm>
          <a:prstGeom prst="roundRect">
            <a:avLst>
              <a:gd name="adj" fmla="val 6859"/>
            </a:avLst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5B8957-2674-CEBA-B753-DD1827CC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522" y="1397000"/>
            <a:ext cx="6066679" cy="3937000"/>
          </a:xfrm>
          <a:prstGeom prst="rect">
            <a:avLst/>
          </a:prstGeom>
          <a:solidFill>
            <a:srgbClr val="EBEBEB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3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4C97-2044-B1E6-FAF8-E633D57D7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3CDDA4DC-14AB-C961-85DF-C4251C315E29}"/>
              </a:ext>
            </a:extLst>
          </p:cNvPr>
          <p:cNvSpPr/>
          <p:nvPr/>
        </p:nvSpPr>
        <p:spPr>
          <a:xfrm>
            <a:off x="4020160" y="259434"/>
            <a:ext cx="4150925" cy="1158181"/>
          </a:xfrm>
          <a:prstGeom prst="roundRect">
            <a:avLst>
              <a:gd name="adj" fmla="val 10128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5E4CE4-230C-0DB5-A5AB-BF08B5E8CCDE}"/>
              </a:ext>
            </a:extLst>
          </p:cNvPr>
          <p:cNvSpPr/>
          <p:nvPr/>
        </p:nvSpPr>
        <p:spPr>
          <a:xfrm>
            <a:off x="4020916" y="1531102"/>
            <a:ext cx="4150925" cy="1703587"/>
          </a:xfrm>
          <a:prstGeom prst="roundRect">
            <a:avLst>
              <a:gd name="adj" fmla="val 6242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7A689B-0A89-4627-331D-DD0C3C1A7599}"/>
              </a:ext>
            </a:extLst>
          </p:cNvPr>
          <p:cNvSpPr/>
          <p:nvPr/>
        </p:nvSpPr>
        <p:spPr>
          <a:xfrm>
            <a:off x="4020160" y="3337126"/>
            <a:ext cx="2376477" cy="1367395"/>
          </a:xfrm>
          <a:prstGeom prst="roundRect">
            <a:avLst>
              <a:gd name="adj" fmla="val 6506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F8D4FB-73C2-161D-F33B-22B6D46957CD}"/>
              </a:ext>
            </a:extLst>
          </p:cNvPr>
          <p:cNvSpPr/>
          <p:nvPr/>
        </p:nvSpPr>
        <p:spPr>
          <a:xfrm>
            <a:off x="6503303" y="3337126"/>
            <a:ext cx="1667782" cy="1367395"/>
          </a:xfrm>
          <a:prstGeom prst="roundRect">
            <a:avLst>
              <a:gd name="adj" fmla="val 7777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1E7B265-BDF2-2E6A-45B8-1367567E9D86}"/>
              </a:ext>
            </a:extLst>
          </p:cNvPr>
          <p:cNvSpPr/>
          <p:nvPr/>
        </p:nvSpPr>
        <p:spPr>
          <a:xfrm>
            <a:off x="4020160" y="4800249"/>
            <a:ext cx="1283153" cy="1687907"/>
          </a:xfrm>
          <a:prstGeom prst="roundRect">
            <a:avLst>
              <a:gd name="adj" fmla="val 9289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D3A62DF-3BD2-8FA0-F6DA-2C4B0861EB94}"/>
              </a:ext>
            </a:extLst>
          </p:cNvPr>
          <p:cNvSpPr/>
          <p:nvPr/>
        </p:nvSpPr>
        <p:spPr>
          <a:xfrm>
            <a:off x="5411410" y="4827272"/>
            <a:ext cx="1325789" cy="1687907"/>
          </a:xfrm>
          <a:prstGeom prst="roundRect">
            <a:avLst>
              <a:gd name="adj" fmla="val 10479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A483C1A-88F6-D19A-0AE3-9F00086CC383}"/>
              </a:ext>
            </a:extLst>
          </p:cNvPr>
          <p:cNvSpPr/>
          <p:nvPr/>
        </p:nvSpPr>
        <p:spPr>
          <a:xfrm>
            <a:off x="6845296" y="4827273"/>
            <a:ext cx="1325789" cy="769065"/>
          </a:xfrm>
          <a:prstGeom prst="roundRect">
            <a:avLst>
              <a:gd name="adj" fmla="val 10102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AF60830-2B32-0150-3FE2-FC262E9E2B37}"/>
              </a:ext>
            </a:extLst>
          </p:cNvPr>
          <p:cNvSpPr/>
          <p:nvPr/>
        </p:nvSpPr>
        <p:spPr>
          <a:xfrm>
            <a:off x="6845296" y="5719090"/>
            <a:ext cx="1325789" cy="769065"/>
          </a:xfrm>
          <a:prstGeom prst="roundRect">
            <a:avLst>
              <a:gd name="adj" fmla="val 11743"/>
            </a:avLst>
          </a:prstGeom>
          <a:solidFill>
            <a:srgbClr val="F6F6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17719"/>
            <a:endParaRPr lang="zh-CN" altLang="en-US" sz="857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6C0496-20D0-823A-10CE-E4660436F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81" y="1713074"/>
            <a:ext cx="2572438" cy="343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3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 Light</vt:lpstr>
      <vt:lpstr>Arial</vt:lpstr>
      <vt:lpstr>等线</vt:lpstr>
      <vt:lpstr>Calibri</vt:lpstr>
      <vt:lpstr>Calibri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宇翔 孔</dc:creator>
  <cp:lastModifiedBy>宇翔 孔</cp:lastModifiedBy>
  <cp:revision>6</cp:revision>
  <dcterms:created xsi:type="dcterms:W3CDTF">2026-09-06T12:31:36Z</dcterms:created>
  <dcterms:modified xsi:type="dcterms:W3CDTF">2026-10-16T12:10:43Z</dcterms:modified>
</cp:coreProperties>
</file>